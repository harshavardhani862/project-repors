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64" r:id="rId13"/>
    <p:sldId id="270" r:id="rId14"/>
    <p:sldId id="271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I RAYAPUDI" userId="99809cf12af311b8" providerId="LiveId" clId="{914E8BCB-AA6A-4BE2-A753-7C1E438A13BC}"/>
    <pc:docChg chg="addSld delSld modSld">
      <pc:chgData name="HARSHA VARDHANI RAYAPUDI" userId="99809cf12af311b8" providerId="LiveId" clId="{914E8BCB-AA6A-4BE2-A753-7C1E438A13BC}" dt="2025-10-08T07:30:10.636" v="7" actId="2696"/>
      <pc:docMkLst>
        <pc:docMk/>
      </pc:docMkLst>
      <pc:sldChg chg="modSp mod">
        <pc:chgData name="HARSHA VARDHANI RAYAPUDI" userId="99809cf12af311b8" providerId="LiveId" clId="{914E8BCB-AA6A-4BE2-A753-7C1E438A13BC}" dt="2025-10-05T06:15:38.999" v="3" actId="1036"/>
        <pc:sldMkLst>
          <pc:docMk/>
          <pc:sldMk cId="513561956" sldId="263"/>
        </pc:sldMkLst>
        <pc:picChg chg="mod">
          <ac:chgData name="HARSHA VARDHANI RAYAPUDI" userId="99809cf12af311b8" providerId="LiveId" clId="{914E8BCB-AA6A-4BE2-A753-7C1E438A13BC}" dt="2025-10-05T06:15:38.999" v="3" actId="1036"/>
          <ac:picMkLst>
            <pc:docMk/>
            <pc:sldMk cId="513561956" sldId="263"/>
            <ac:picMk id="6" creationId="{0F25D29D-814D-119B-B145-710CDB74E800}"/>
          </ac:picMkLst>
        </pc:picChg>
      </pc:sldChg>
      <pc:sldChg chg="new del">
        <pc:chgData name="HARSHA VARDHANI RAYAPUDI" userId="99809cf12af311b8" providerId="LiveId" clId="{914E8BCB-AA6A-4BE2-A753-7C1E438A13BC}" dt="2025-10-08T07:22:42.872" v="5" actId="2696"/>
        <pc:sldMkLst>
          <pc:docMk/>
          <pc:sldMk cId="2295934174" sldId="272"/>
        </pc:sldMkLst>
      </pc:sldChg>
      <pc:sldChg chg="new del">
        <pc:chgData name="HARSHA VARDHANI RAYAPUDI" userId="99809cf12af311b8" providerId="LiveId" clId="{914E8BCB-AA6A-4BE2-A753-7C1E438A13BC}" dt="2025-10-08T07:30:10.636" v="7" actId="2696"/>
        <pc:sldMkLst>
          <pc:docMk/>
          <pc:sldMk cId="2802463645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F9FBD-1410-457E-9081-6AE3290835D5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D374C-AFBC-4129-BF86-CFFA3271D5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5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D374C-AFBC-4129-BF86-CFFA3271D57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206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D374C-AFBC-4129-BF86-CFFA3271D57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246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9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74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17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73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37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34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742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76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149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80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756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79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958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049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72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36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CE3AB-4E7B-4984-8112-BB44B0A5370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AD5AFF7-8CF1-4A6F-BD55-3D93FE821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49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hyperlink" Target="https://archive.ics.uci.edu/ml/datasets/Student+Performan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" TargetMode="External"/><Relationship Id="rId5" Type="http://schemas.openxmlformats.org/officeDocument/2006/relationships/hyperlink" Target="https://ieeexplore.ieee.org/" TargetMode="External"/><Relationship Id="rId4" Type="http://schemas.openxmlformats.org/officeDocument/2006/relationships/hyperlink" Target="https://seaborn.pydata.org/,https:/matplotlib.org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066D-9F74-8243-2A37-0D018A529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961" y="501445"/>
            <a:ext cx="7226712" cy="2448232"/>
          </a:xfrm>
        </p:spPr>
        <p:txBody>
          <a:bodyPr>
            <a:normAutofit fontScale="90000"/>
          </a:bodyPr>
          <a:lstStyle/>
          <a:p>
            <a:r>
              <a:rPr lang="en-US" dirty="0"/>
              <a:t>Student Performance Analysis and Prediction Using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510E1-4518-A192-3F13-D21E612F8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0427" y="4680153"/>
            <a:ext cx="4286866" cy="1779641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chemeClr val="tx1"/>
                </a:solidFill>
              </a:rPr>
              <a:t>NAME:R.Harsha</a:t>
            </a:r>
            <a:r>
              <a:rPr lang="en-US" sz="2000" dirty="0">
                <a:solidFill>
                  <a:schemeClr val="tx1"/>
                </a:solidFill>
              </a:rPr>
              <a:t> Vardhani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RegdNo:Y22ACM467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Dept:AIML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 err="1">
                <a:solidFill>
                  <a:schemeClr val="tx1"/>
                </a:solidFill>
              </a:rPr>
              <a:t>Section:B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39040-5CD3-075D-D19E-1606F0BA1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638" y="285138"/>
            <a:ext cx="4286865" cy="37854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8911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FE11-4744-6639-7FE5-7520357C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E4636-83B6-4CA7-71E6-8853F8F7E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38" y="1386349"/>
            <a:ext cx="7799163" cy="4655014"/>
          </a:xfrm>
        </p:spPr>
        <p:txBody>
          <a:bodyPr>
            <a:normAutofit/>
          </a:bodyPr>
          <a:lstStyle/>
          <a:p>
            <a:r>
              <a:rPr lang="en-IN" sz="2800" dirty="0"/>
              <a:t>Abstract</a:t>
            </a:r>
          </a:p>
          <a:p>
            <a:r>
              <a:rPr lang="en-IN" sz="2800" dirty="0"/>
              <a:t>Existing system</a:t>
            </a:r>
          </a:p>
          <a:p>
            <a:r>
              <a:rPr lang="en-IN" sz="2800" dirty="0"/>
              <a:t>Proposed system</a:t>
            </a:r>
          </a:p>
          <a:p>
            <a:r>
              <a:rPr lang="en-IN" sz="2800" dirty="0"/>
              <a:t>Flow chart</a:t>
            </a:r>
          </a:p>
          <a:p>
            <a:r>
              <a:rPr lang="en-IN" sz="2800" dirty="0"/>
              <a:t>Code</a:t>
            </a:r>
          </a:p>
          <a:p>
            <a:r>
              <a:rPr lang="en-IN" sz="2800" dirty="0"/>
              <a:t>Screenshots</a:t>
            </a:r>
          </a:p>
          <a:p>
            <a:r>
              <a:rPr lang="en-IN" sz="28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12813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5289C2-DA07-8E56-D0E8-38C94A7C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76" y="383458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ABSTRACT:</a:t>
            </a:r>
            <a:br>
              <a:rPr lang="en-US" dirty="0"/>
            </a:br>
            <a:endParaRPr lang="en-IN" dirty="0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88D224EA-B1BE-AF5B-788E-15BB5CA813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1884" y="1139995"/>
            <a:ext cx="876054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predicts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academic performance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analyzes key factors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hours, attendance, participation, and total score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Regression, Random Forest, and Gradient Boosting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implemented.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accuracy in predicting final grades.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educators identify and support at-risk students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312610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15C5-C43A-DEFB-E9F0-C367CCD0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EXISTING SYSTEM: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C1C03-A144-CEA3-58C1-C235B0652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064" y="1425677"/>
            <a:ext cx="9281651" cy="5211097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old method,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is checked only by exam marks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manually evaluate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without using any data tools.</a:t>
            </a:r>
          </a:p>
          <a:p>
            <a:pPr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takes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effort.</a:t>
            </a:r>
          </a:p>
          <a:p>
            <a:pPr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depends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teacher’s opinion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it may not be accurate.</a:t>
            </a:r>
          </a:p>
          <a:p>
            <a:pPr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factors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study time, attendance, or family background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considered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this, teachers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find weak students early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manual, slow, and less effective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8463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F2B6-8145-5708-9348-F0C605FA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SYSTEM: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870D55-400C-2FF0-C2EA-336905F131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5925" y="1314383"/>
            <a:ext cx="859666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predict student performance.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studies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factors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 study time, attendance, previous grades, and family background.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gives a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data-based and accurate prediction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student results.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None/>
            </a:pPr>
            <a:endParaRPr lang="en-US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teachers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weak students early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give extra support.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time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reduces manual work for teachers.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None/>
            </a:pPr>
            <a:endParaRPr lang="en-US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 and charts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performance easily.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it makes the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process smart, fast, and effective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8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7E29-B790-A3D9-DC92-89B46470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930400"/>
          </a:xfrm>
        </p:spPr>
        <p:txBody>
          <a:bodyPr/>
          <a:lstStyle/>
          <a:p>
            <a:r>
              <a:rPr lang="en-US" dirty="0"/>
              <a:t>FLOW CHART:</a:t>
            </a:r>
            <a:br>
              <a:rPr lang="en-US" dirty="0"/>
            </a:b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7806E2-C69A-D7BB-A53D-DDA3D98CB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662" y="319770"/>
            <a:ext cx="3642676" cy="621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45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F195C4-C746-D24F-E49C-21401C0A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7484"/>
            <a:ext cx="8596668" cy="629264"/>
          </a:xfrm>
        </p:spPr>
        <p:txBody>
          <a:bodyPr>
            <a:normAutofit fontScale="90000"/>
          </a:bodyPr>
          <a:lstStyle/>
          <a:p>
            <a:r>
              <a:rPr lang="en-IN" dirty="0"/>
              <a:t>CODE: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2C1AFAC-DD3D-19B8-659D-F5C8968C4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62" y="678426"/>
            <a:ext cx="8596668" cy="5869858"/>
          </a:xfrm>
        </p:spPr>
      </p:pic>
    </p:spTree>
    <p:extLst>
      <p:ext uri="{BB962C8B-B14F-4D97-AF65-F5344CB8AC3E}">
        <p14:creationId xmlns:p14="http://schemas.microsoft.com/office/powerpoint/2010/main" val="4094197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25D29D-814D-119B-B145-710CDB74E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89" y="180152"/>
            <a:ext cx="8485240" cy="6203693"/>
          </a:xfrm>
        </p:spPr>
      </p:pic>
    </p:spTree>
    <p:extLst>
      <p:ext uri="{BB962C8B-B14F-4D97-AF65-F5344CB8AC3E}">
        <p14:creationId xmlns:p14="http://schemas.microsoft.com/office/powerpoint/2010/main" val="513561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8B39079-095E-EE56-02F2-895DCF28C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007" y="275304"/>
            <a:ext cx="8200104" cy="5688064"/>
          </a:xfrm>
        </p:spPr>
      </p:pic>
    </p:spTree>
    <p:extLst>
      <p:ext uri="{BB962C8B-B14F-4D97-AF65-F5344CB8AC3E}">
        <p14:creationId xmlns:p14="http://schemas.microsoft.com/office/powerpoint/2010/main" val="1676397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095898-DB8C-1C1E-D9D3-69908BEB6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826" y="455774"/>
            <a:ext cx="7787148" cy="5840259"/>
          </a:xfrm>
        </p:spPr>
      </p:pic>
    </p:spTree>
    <p:extLst>
      <p:ext uri="{BB962C8B-B14F-4D97-AF65-F5344CB8AC3E}">
        <p14:creationId xmlns:p14="http://schemas.microsoft.com/office/powerpoint/2010/main" val="276526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40E745-A624-8137-286F-826D44669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53" y="521110"/>
            <a:ext cx="8504902" cy="3460955"/>
          </a:xfrm>
        </p:spPr>
      </p:pic>
    </p:spTree>
    <p:extLst>
      <p:ext uri="{BB962C8B-B14F-4D97-AF65-F5344CB8AC3E}">
        <p14:creationId xmlns:p14="http://schemas.microsoft.com/office/powerpoint/2010/main" val="420457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2075EB-D009-439D-4F74-52B8A03F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>
            <a:normAutofit fontScale="90000"/>
          </a:bodyPr>
          <a:lstStyle/>
          <a:p>
            <a:r>
              <a:rPr lang="en-IN" dirty="0"/>
              <a:t>OUTPUT:</a:t>
            </a:r>
            <a:br>
              <a:rPr lang="en-IN" dirty="0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433FAA6-32E8-1DD6-13DF-B05DB32D2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16" y="1266319"/>
            <a:ext cx="7639665" cy="205698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77E049-E461-F813-013D-F012EB77E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1" y="3534697"/>
            <a:ext cx="7954298" cy="221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12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74891-9C86-707C-A83E-666589A91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28" y="314325"/>
            <a:ext cx="6813755" cy="27527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709A1A-71DC-AF2B-1E97-C31CAFE3D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28" y="3274737"/>
            <a:ext cx="8495072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43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D40A99-2FF1-85DB-080C-4728D764B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73627"/>
            <a:ext cx="8841556" cy="23007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2D27D9-06D0-CE97-AF8E-2C2A7B4FF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42" y="2415425"/>
            <a:ext cx="8972330" cy="406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76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91609-A922-63CE-02C4-2D012146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REFERENCE:</a:t>
            </a:r>
            <a:br>
              <a:rPr lang="en-US" dirty="0"/>
            </a:br>
            <a:endParaRPr lang="en-IN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B585F0C3-B4D5-6ADE-2B8C-71AD5FC4D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4132" y="1236332"/>
            <a:ext cx="859666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UCI Machine Learning Repository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Performance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https://archive.ics.uci.edu/ml/datasets/Student+Performance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endParaRPr lang="en-US" altLang="en-US" sz="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Library for 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https://scikit-learn.org/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 and Matplotlib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Tools for 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https://seaborn.pydata.org/,https://matplotlib.org/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endParaRPr lang="en-US" altLang="en-US" sz="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Research Paper (2023)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</a:t>
            </a:r>
            <a:r>
              <a:rPr lang="en-US" altLang="en-US" sz="800" i="1" dirty="0" err="1">
                <a:solidFill>
                  <a:schemeClr val="tx1"/>
                </a:solidFill>
                <a:latin typeface="Arial" panose="020B0604020202020204" pitchFamily="34" charset="0"/>
              </a:rPr>
              <a:t>l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Educational Data Analytics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https://ieeexplore.ieee.org/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Performance Data and Analysis Projects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https://www.kaggle.com/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38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DF97-88DD-A3DE-4568-08989437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252" y="2369574"/>
            <a:ext cx="5478749" cy="1059426"/>
          </a:xfrm>
        </p:spPr>
        <p:txBody>
          <a:bodyPr>
            <a:noAutofit/>
          </a:bodyPr>
          <a:lstStyle/>
          <a:p>
            <a:r>
              <a:rPr lang="en-US" sz="6600" dirty="0">
                <a:latin typeface="Algerian" panose="04020705040A02060702" pitchFamily="82" charset="0"/>
              </a:rPr>
              <a:t>THANK YOU!</a:t>
            </a:r>
            <a:endParaRPr lang="en-IN" sz="6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0692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334</TotalTime>
  <Words>407</Words>
  <Application>Microsoft Office PowerPoint</Application>
  <PresentationFormat>Widescreen</PresentationFormat>
  <Paragraphs>57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Algerian</vt:lpstr>
      <vt:lpstr>Arial</vt:lpstr>
      <vt:lpstr>Calibri</vt:lpstr>
      <vt:lpstr>Times New Roman</vt:lpstr>
      <vt:lpstr>Trebuchet MS</vt:lpstr>
      <vt:lpstr>Wingdings 3</vt:lpstr>
      <vt:lpstr>Facet</vt:lpstr>
      <vt:lpstr>Student Performance Analysis and Prediction Using Machine Learning</vt:lpstr>
      <vt:lpstr>CONTENTS: </vt:lpstr>
      <vt:lpstr>ABSTRACT: </vt:lpstr>
      <vt:lpstr>EXISTING SYSTEM: </vt:lpstr>
      <vt:lpstr>PROPOSED SYSTEM: </vt:lpstr>
      <vt:lpstr>FLOW CHART: </vt:lpstr>
      <vt:lpstr>CODE:</vt:lpstr>
      <vt:lpstr>PowerPoint Presentation</vt:lpstr>
      <vt:lpstr>PowerPoint Presentation</vt:lpstr>
      <vt:lpstr>PowerPoint Presentation</vt:lpstr>
      <vt:lpstr>PowerPoint Presentation</vt:lpstr>
      <vt:lpstr>OUTPUT: </vt:lpstr>
      <vt:lpstr>PowerPoint Presentation</vt:lpstr>
      <vt:lpstr>PowerPoint Presentation</vt:lpstr>
      <vt:lpstr>REFERENCE: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VARDHANI RAYAPUDI</dc:creator>
  <cp:lastModifiedBy>HARSHA VARDHANI RAYAPUDI</cp:lastModifiedBy>
  <cp:revision>7</cp:revision>
  <dcterms:created xsi:type="dcterms:W3CDTF">2024-07-30T09:47:01Z</dcterms:created>
  <dcterms:modified xsi:type="dcterms:W3CDTF">2025-10-08T07:30:11Z</dcterms:modified>
</cp:coreProperties>
</file>